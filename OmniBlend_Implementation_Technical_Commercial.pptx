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xmlns:mc="http://schemas.openxmlformats.org/markup-compatibility/2006" xmlns:p14="http://schemas.microsoft.com/office/powerpoint/2010/main" xmlns:p15="http://schemas.microsoft.com/office/powerpoint/2012/main" xmlns:p16SldId="http://schemas.microsoft.com/office/powerpoint/2017/05/main" mc:Ignorable="p14 p15 p16SldId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 xmlns:mc="http://schemas.openxmlformats.org/markup-compatibility/2006" mc:Ignorable="p14 p15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master="1" accent1="accent1" accent2="accent2" accent3="accent3" accent4="accent4" accent5="accent5" accent6="accent6" hyperlink="hyperlink" followedHyperlink="followedHyper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Implementation 1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Implementation Plan - Slide 1</a:t>
            </a: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Implementation 2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Implementation Plan - Slide 2</a:t>
            </a:r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Implementation 3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Implementation Plan - Slide 3</a:t>
            </a:r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Implementation 4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Implementation Plan - Slide 4</a:t>
            </a:r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Implementation 5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Implementation Plan - Slide 5</a:t>
            </a:r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Implementation 6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Implementation Plan - Slide 6</a:t>
            </a:r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Implementation 7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Implementation Plan - Slide 7</a:t>
            </a:r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Implementation 8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Implementation Plan - Slide 8</a:t>
            </a:r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Implementation 9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Implementation Plan - Slide 9</a:t>
            </a:r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Implementation 10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Implementation Plan - Slide 10</a:t>
            </a:r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Implementation 11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Implementation Plan - Slide 11</a:t>
            </a:r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Implementation 12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Implementation Plan - Slide 12</a:t>
            </a:r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Implementation 13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Implementation Plan - Slide 13</a:t>
            </a:r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Implementation 14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Implementation Plan - Slide 14</a:t>
            </a:r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Implementation 15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Implementation Plan - Slide 15</a:t>
            </a:r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Title 1"/>
          <p:cNvSpPr/>
          <p:nvPr/>
        </p:nvSpPr>
        <p:spPr>
          <a:xfrm>
            <a:off x="456913" y="366038"/>
            <a:ext cx="8231087" cy="9144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4400" b="1">
                <a:solidFill>
                  <a:srgbClr val="000000"/>
                </a:solidFill>
              </a:rPr>
              <a:t>Implementation 16</a:t>
            </a:r>
          </a:p>
        </p:txBody>
      </p:sp>
      <p:sp>
        <p:nvSpPr>
          <p:cNvPr id="3" name="Body 2"/>
          <p:cNvSpPr/>
          <p:nvPr/>
        </p:nvSpPr>
        <p:spPr>
          <a:xfrm>
            <a:off x="456913" y="1371600"/>
            <a:ext cx="8231087" cy="3314950"/>
          </a:xfrm>
          <a:prstGeom prst="rect">
            <a:avLst/>
          </a:prstGeom>
          <a:noFill/>
        </p:spPr>
        <p:txBody>
          <a:bodyPr/>
          <a:lstStyle/>
          <a:p>
            <a:pPr/>
            <a:r>
              <a:rPr lang="en-US" sz="2800">
                <a:solidFill>
                  <a:srgbClr val="333333"/>
                </a:solidFill>
              </a:rPr>
              <a:t>Implementation Plan - Slide 16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BEBEB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HGｐ創英角ﾎﾟｯﾌﾟ体"/>
        <a:font script="Hans" typeface="HGｐ創英角ﾎﾟｯﾌﾟ体"/>
        <a:font script="Hans" typeface="HGｐ創英角ﾎﾟｯﾌﾟ体"/>
        <a:font script="Hant" typeface="HGｐ創英角ﾎﾟｯﾌﾟ体"/>
      </a:majorFont>
      <a:minorFont>
        <a:latin typeface="Calibri"/>
        <a:ea typeface=""/>
        <a:cs typeface=""/>
        <a:font script="Jpan" typeface="HGｐ創英角ﾎﾟｯﾌﾟ体"/>
        <a:font script="Hans" typeface="HGｐ創英角ﾎﾟｯﾌﾟ体"/>
        <a:font script="Hans" typeface="HGｐ創英角ﾎﾟｯﾌﾟ体"/>
        <a:font script="Hant" typeface="HGｐ創英角ﾎﾟｯﾌﾟ体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100000">
              <a:schemeClr val="phClr">
                <a:lumMod val="105000"/>
                <a:satMod val="103000"/>
                <a:tint val="73000"/>
              </a:schemeClr>
            </a:gs>
          </a:gsLst>
          <a:lin ang="5400000" scaled="0"/>
        </a:gradFill>
      </a:fillStyleLst>
    </a:fmtScheme>
  </a:themeElements>
</a:theme>
</file>

<file path=docProps/app.xml><?xml version="1.0" encoding="utf-8"?>
<Properties xmlns="http://schemas.openxmlformats.org/officeDocument/2006/extended-properties">
  <TotalTime>0</TotalTime>
  <Words>0</Words>
  <Application>OmniBlend</Application>
  <PresentationFormat>On-screen Show (16:9)</PresentationFormat>
  <Slides>16</Slides>
  <Hidden>0</Hidden>
  <MMClips>0</MMClips>
  <ScaleCrop>false</ScaleCrop>
  <HeadingPairs>
    <vt:vector xmlns:vt="http://schemas.openxmlformats.org/officeDocument/2006/docPropsVTypes" baseType="variant" size="2">
      <vt:variant>
        <vt:lpstr>Slide Titles</vt:lpstr>
      </vt:variant>
      <vt:variant>
        <vt:i4>1</vt:i4>
      </vt:variant>
    </vt:vector>
  </HeadingPairs>
  <TitlesOfParts>
    <vt:vector xmlns:vt="http://schemas.openxmlformats.org/officeDocument/2006/docPropsVTypes" baseType="lpstr" size="1">
      <vt:lpstr>OmniBlend</vt:lpstr>
    </vt:vector>
  </TitlesOfPart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OmniBlend Implementation</dc:title>
  <dc:creator>OmniBlend</dc:creator>
  <dcterms:created xsi:type="dcterms:W3CDTF">2026-05-07T06:14:54Z</dcterms:created>
  <dcterms:modified xsi:type="dcterms:W3CDTF">2026-05-07T06:14:54Z</dcterms:modified>
</cp:coreProperties>
</file>