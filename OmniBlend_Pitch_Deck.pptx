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mc="http://schemas.openxmlformats.org/markup-compatibility/2006" xmlns:p14="http://schemas.microsoft.com/office/powerpoint/2010/main" xmlns:p15="http://schemas.microsoft.com/office/powerpoint/2012/main" xmlns:p16SldId="http://schemas.microsoft.com/office/powerpoint/2017/05/main" mc:Ignorable="p14 p15 p16SldId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 xmlns:mc="http://schemas.openxmlformats.org/markup-compatibility/2006" mc:Ignorable="p14 p15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master="1" accent1="accent1" accent2="accent2" accent3="accent3" accent4="accent4" accent5="accent5" accent6="accent6" hyperlink="hyperlink" followedHyperlink="followedHyper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1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2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3</a:t>
            </a:r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4</a:t>
            </a:r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5</a:t>
            </a:r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6</a:t>
            </a:r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7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7</a:t>
            </a:r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8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8</a:t>
            </a:r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9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9</a:t>
            </a:r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10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10</a:t>
            </a:r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11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11</a:t>
            </a:r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12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12</a:t>
            </a:r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13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13</a:t>
            </a:r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14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14</a:t>
            </a:r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Slide 15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OmniBlend Pitch Deck - Slide 15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BEBEB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HGｐ創英角ﾎﾟｯﾌﾟ体"/>
        <a:font script="Hans" typeface="HGｐ創英角ﾎﾟｯﾌﾟ体"/>
        <a:font script="Hans" typeface="HGｐ創英角ﾎﾟｯﾌﾟ体"/>
        <a:font script="Hant" typeface="HGｐ創英角ﾎﾟｯﾌﾟ体"/>
      </a:majorFont>
      <a:minorFont>
        <a:latin typeface="Calibri"/>
        <a:ea typeface=""/>
        <a:cs typeface=""/>
        <a:font script="Jpan" typeface="HGｐ創英角ﾎﾟｯﾌﾟ体"/>
        <a:font script="Hans" typeface="HGｐ創英角ﾎﾟｯﾌﾟ体"/>
        <a:font script="Hans" typeface="HGｐ創英角ﾎﾟｯﾌﾟ体"/>
        <a:font script="Hant" typeface="HGｐ創英角ﾎﾟｯﾌﾟ体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100000">
              <a:schemeClr val="phClr">
                <a:lumMod val="105000"/>
                <a:satMod val="103000"/>
                <a:tint val="73000"/>
              </a:schemeClr>
            </a:gs>
          </a:gsLst>
          <a:lin ang="5400000" scaled="0"/>
        </a:gradFill>
      </a:fillStyleLst>
    </a:fmtScheme>
  </a:themeElements>
</a:theme>
</file>

<file path=docProps/app.xml><?xml version="1.0" encoding="utf-8"?>
<Properties xmlns="http://schemas.openxmlformats.org/officeDocument/2006/extended-properties">
  <TotalTime>0</TotalTime>
  <Words>0</Words>
  <Application>OmniBlend</Application>
  <PresentationFormat>On-screen Show (16:9)</PresentationFormat>
  <Slides>15</Slides>
  <Hidden>0</Hidden>
  <MMClips>0</MMClips>
  <ScaleCrop>false</ScaleCrop>
  <HeadingPairs>
    <vt:vector xmlns:vt="http://schemas.openxmlformats.org/officeDocument/2006/docPropsVTypes" baseType="variant" size="2">
      <vt:variant>
        <vt:lpstr>Slide Titles</vt:lpstr>
      </vt:variant>
      <vt:variant>
        <vt:i4>1</vt:i4>
      </vt:variant>
    </vt:vector>
  </HeadingPairs>
  <TitlesOfParts>
    <vt:vector xmlns:vt="http://schemas.openxmlformats.org/officeDocument/2006/docPropsVTypes" baseType="lpstr" size="1">
      <vt:lpstr>OmniBlend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OmniBlend Pitch Deck</dc:title>
  <dc:creator>OmniBlend</dc:creator>
  <dcterms:created xsi:type="dcterms:W3CDTF">2026-05-07T06:14:54Z</dcterms:created>
  <dcterms:modified xsi:type="dcterms:W3CDTF">2026-05-07T06:14:54Z</dcterms:modified>
</cp:coreProperties>
</file>